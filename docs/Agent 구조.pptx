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2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5CE82-80CF-1392-1511-582E7697C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823C39D-9207-CFF0-074A-51A029D1FE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D5BC2D-AD1E-27D3-85A1-CAA87256C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1B48-2188-4728-A479-2BEE26D3929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6DB05D-17D9-AB38-68C7-E648BE4D6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ED06E4-108A-CE1C-650E-2AE74181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53551-6265-4C40-BD80-FB2F6D56F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476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F7361-B2C2-17E2-2F41-18DAEBD27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B00C7A-0E95-8F37-C222-AB1CDD781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E0D0BD-9C35-4CDD-F59C-DB2E6223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1B48-2188-4728-A479-2BEE26D3929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13CF35-4B9E-23F7-E117-5DD38BFEE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A462D5-3F03-0F34-4749-B2B79F112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53551-6265-4C40-BD80-FB2F6D56F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161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20D1D-1024-A7A6-C8D4-A7C62613B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C7E951-5390-4099-2A0E-1A7BB742D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F5C7BF-BB55-CF6D-14B9-F1C04D59F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1B48-2188-4728-A479-2BEE26D3929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42BC81-F3E2-77B0-BB2E-6C045C78E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0D9750-4C2F-C6DB-88E9-6E976D73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53551-6265-4C40-BD80-FB2F6D56F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456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816C03-B2CC-ED30-CD0D-FCBAA8361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A0235F-D6A4-5BE6-0792-47EFE8274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09F785-FA70-2C23-9771-E7B84FA0D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D0B963-1FF9-96F7-9A4E-A427DC826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1B48-2188-4728-A479-2BEE26D3929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1A1C04-88E0-ABA8-107D-B202FCB6E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50979F-B264-4EB5-A404-93B83A2D7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53551-6265-4C40-BD80-FB2F6D56F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62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D1D40F-57B5-E66A-99D8-BB55611D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A5A30D-BE3F-5E7A-044F-284FC8C13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71A216-9B15-0AE0-CDA2-9CA862D7F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683084E-115C-5A3D-13B8-15410E826E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9264BF-D010-53DB-15D4-70AE22E877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68F3ADD-B891-49B1-BA88-50DF1D76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1B48-2188-4728-A479-2BEE26D3929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46D6AB2-A350-4DEF-EFF4-D0E1658FA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4A52C1E-D66E-5EDE-9565-9A07AD6C5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53551-6265-4C40-BD80-FB2F6D56F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506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E40047-D558-1FBB-9703-814059DBE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8A098C-E070-3587-BB9C-44B4E7292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1B48-2188-4728-A479-2BEE26D3929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3EA248-F11A-9AA1-0973-142FC02EA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DCDC0F-212D-E713-2D1A-45722838C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53551-6265-4C40-BD80-FB2F6D56F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99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9DCA9F-8B67-8592-116F-FF9DEE6B5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1B48-2188-4728-A479-2BEE26D3929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0ADBC13-39D6-6EFA-CEDA-F68D2AFC5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3F3EF6-A0E7-31AD-A32F-74DD05DFA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53551-6265-4C40-BD80-FB2F6D56F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051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E877B-A0C2-60E4-2150-9DF216894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65CB4F-1CFC-6048-0FB4-1989AD114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9AC9AD-ECB2-E696-6402-E28AF83A0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1A2197-5728-78AA-4613-8521DA3CA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1B48-2188-4728-A479-2BEE26D3929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890B51-0773-D400-E54B-B9B20C5ED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9F84A2-B016-ED27-9EFA-397F4F035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53551-6265-4C40-BD80-FB2F6D56F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0341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914E24-507C-EC31-EE7A-70A7E491E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BB407AA-910C-3996-F9CD-5DCF1AE616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F048EE-B5E8-57C5-1A48-60FE3CA37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805602-8FD9-1FE3-75F7-ED9440FBC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1B48-2188-4728-A479-2BEE26D3929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D2517E-12F0-230C-83F7-A43A7BFCC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B97C4B-923D-FE2C-D76C-864C58D5D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53551-6265-4C40-BD80-FB2F6D56F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118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B776B-D365-C4BF-5E78-813AA822E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4E78DF-FFFA-47D0-000C-2FBA5AD21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659DC8-C73A-F7D2-A28D-23A6730BA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1B48-2188-4728-A479-2BEE26D3929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88ECB8-AD80-4788-F801-2FE5C3A82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250C95-6CE3-9EF0-E976-2C3AC9ADE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53551-6265-4C40-BD80-FB2F6D56F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645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64C9A33-D0ED-FE7A-3E71-26F53678CB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91EAC7-B330-44D7-2AFB-53660C846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0BCDBE-D93E-72F5-887D-D1DF0B0C2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1B48-2188-4728-A479-2BEE26D3929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CBF538-2233-EE1B-B531-902F73D7C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29B925-FE73-FED9-2697-D0491CEDD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53551-6265-4C40-BD80-FB2F6D56F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416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3057CC-3CF6-D721-6C24-E0434FB15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92E566-28D0-FFC0-94BD-B1F069018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A6CCFF-9BCF-5BC4-6C6C-54E565778E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C1B48-2188-4728-A479-2BEE26D3929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A8C318-6616-7079-9000-7F6FEDED4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C24800-B5AB-0CFA-CBAA-2B01F94C0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53551-6265-4C40-BD80-FB2F6D56F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555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BFE9181E-E3BA-D5EB-507B-C01B1ABE98E4}"/>
              </a:ext>
            </a:extLst>
          </p:cNvPr>
          <p:cNvGrpSpPr/>
          <p:nvPr/>
        </p:nvGrpSpPr>
        <p:grpSpPr>
          <a:xfrm>
            <a:off x="1219200" y="1162050"/>
            <a:ext cx="8486774" cy="2828925"/>
            <a:chOff x="1219200" y="1162050"/>
            <a:chExt cx="8486774" cy="2828925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01E92962-52F7-7567-1B87-813012F129DE}"/>
                </a:ext>
              </a:extLst>
            </p:cNvPr>
            <p:cNvSpPr/>
            <p:nvPr/>
          </p:nvSpPr>
          <p:spPr>
            <a:xfrm>
              <a:off x="1219200" y="2228850"/>
              <a:ext cx="2686050" cy="9620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Root</a:t>
              </a:r>
              <a:r>
                <a:rPr lang="ko-KR" altLang="en-US" dirty="0"/>
                <a:t> </a:t>
              </a:r>
              <a:r>
                <a:rPr lang="en-US" altLang="ko-KR" dirty="0"/>
                <a:t>Agent</a:t>
              </a:r>
              <a:endParaRPr lang="ko-KR" altLang="en-US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5A4A1E41-0221-F252-E275-35FBCACCCF27}"/>
                </a:ext>
              </a:extLst>
            </p:cNvPr>
            <p:cNvSpPr/>
            <p:nvPr/>
          </p:nvSpPr>
          <p:spPr>
            <a:xfrm>
              <a:off x="6296024" y="1162050"/>
              <a:ext cx="3409950" cy="9620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매출분석 에이전트</a:t>
              </a:r>
              <a:br>
                <a:rPr lang="en-US" altLang="ko-KR" dirty="0"/>
              </a:br>
              <a:r>
                <a:rPr lang="en-US" altLang="ko-KR" dirty="0"/>
                <a:t>(A2A)</a:t>
              </a:r>
              <a:endParaRPr lang="ko-KR" altLang="en-US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6FA311FF-31E2-A329-7469-5D948F06A14D}"/>
                </a:ext>
              </a:extLst>
            </p:cNvPr>
            <p:cNvSpPr/>
            <p:nvPr/>
          </p:nvSpPr>
          <p:spPr>
            <a:xfrm>
              <a:off x="5943599" y="3028950"/>
              <a:ext cx="3762375" cy="9620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납 시세 검색 에이전트</a:t>
              </a:r>
              <a:br>
                <a:rPr lang="en-US" altLang="ko-KR" dirty="0"/>
              </a:br>
              <a:r>
                <a:rPr lang="en-US" altLang="ko-KR" dirty="0"/>
                <a:t>(Sub Agent: google-search)</a:t>
              </a:r>
              <a:endParaRPr lang="ko-KR" altLang="en-US" dirty="0"/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F5236F61-254D-926F-9D02-773A2E322E5D}"/>
                </a:ext>
              </a:extLst>
            </p:cNvPr>
            <p:cNvCxnSpPr>
              <a:stCxn id="4" idx="6"/>
              <a:endCxn id="5" idx="2"/>
            </p:cNvCxnSpPr>
            <p:nvPr/>
          </p:nvCxnSpPr>
          <p:spPr>
            <a:xfrm flipV="1">
              <a:off x="3905250" y="1643063"/>
              <a:ext cx="2390774" cy="1066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49EFB295-53DB-A585-0FDC-C9E22C910B11}"/>
                </a:ext>
              </a:extLst>
            </p:cNvPr>
            <p:cNvCxnSpPr>
              <a:cxnSpLocks/>
              <a:stCxn id="4" idx="6"/>
              <a:endCxn id="6" idx="2"/>
            </p:cNvCxnSpPr>
            <p:nvPr/>
          </p:nvCxnSpPr>
          <p:spPr>
            <a:xfrm>
              <a:off x="3905250" y="2709863"/>
              <a:ext cx="2038349" cy="8001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3641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19</Words>
  <Application>Microsoft Office PowerPoint</Application>
  <PresentationFormat>와이드스크린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 SEOK OH</dc:creator>
  <cp:lastModifiedBy>IL SEOK OH</cp:lastModifiedBy>
  <cp:revision>2</cp:revision>
  <dcterms:created xsi:type="dcterms:W3CDTF">2026-07-03T09:32:31Z</dcterms:created>
  <dcterms:modified xsi:type="dcterms:W3CDTF">2026-07-03T12:11:55Z</dcterms:modified>
</cp:coreProperties>
</file>